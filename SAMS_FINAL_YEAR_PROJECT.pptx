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Student Attendance Management System</a:t>
            </a:r>
            <a:br/>
            <a:r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Automated attendance tracking system for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GPS-based location verification (1000m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 using Google ML Kit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Real-time notifications via Firebase Cloud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Web API (PHP) + Mobile App (Android Kotlin)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Role-based access (Admin, Teacher, Student)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Comprehensive reporting and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Manual attendance marking is time-consuming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 mechanism to track actual student presence at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Proxying attendance (friends marking for each other)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Delayed communication of attendance status to parents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Limited analytics on attendance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Lack of secure digital record-keeping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640080"/>
          </a:xfrm>
          <a:prstGeom prst="round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Android App (Kotlin + Jetpack Compose)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286000"/>
            <a:ext cx="0" cy="4572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743200"/>
            <a:ext cx="7315200" cy="64008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REST API (PHP 7.4+ with JSON)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383280"/>
            <a:ext cx="0" cy="4572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7315200" cy="640080"/>
          </a:xfrm>
          <a:prstGeom prst="roundRect">
            <a:avLst/>
          </a:prstGeom>
          <a:solidFill>
            <a:srgbClr val="994C99"/>
          </a:solidFill>
          <a:ln>
            <a:solidFill>
              <a:srgbClr val="99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MySQL Database (13 Tables)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282828"/>
                </a:solidFill>
              </a:defRPr>
            </a:pPr>
            <a:r>
              <a:t>Supporting Services: Firebase Cloud Messaging (FCM) • Google ML Kit (Face Detection) • GPS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Backend Architecture (PHP)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MVC Pattern: Models, Views, Controllers,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PDO Database Abstraction (MySQL/PostgreSQL support)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RESTful JSON API with 50+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Middleware Layer: Authentication, CORS,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Session-based authentication with bcrypt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AES-256 encryption for sensitive face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Transaction support for complex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Database Schema (13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Users: Base authentication (id, email, password_hash, role)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Students: Profile with face_embedding (encrypted)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Teachers: Assignment and qualification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Attendance: GPS coordinates, face confidence, verification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Schedules: Class timetable with location (latitude/longitude)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Sessions: User session tracking and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Notifications: Real-time FCM push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Audit Logs: Complete action trail for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Key Features - 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Session-based auth with random 64-char token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Bcrypt password hashing (cost 12)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IP address and user-agent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Automatic session timeout (24 hours)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Role-based access control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AES-256 encryption for face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Input validation on all endpoints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SQL injection prevention (prepared statements)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CSRF protection with 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HTTPS/TLS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Intelligent Attendance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Dual Verification: GPS + Face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Verification: Student within 1000m of classroom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ML Kit detects face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Automatic Status: Present/Absent/Late determination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Confidence Score: 0-100% accuracy for face match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Timestamp Recording: Precise marking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Exception Handling: Manual override for emergencies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Android App Architecture (Kotlin)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MVVM Pattern with Jetpack Compose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Retrofit 2 for API communication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Room database for offline caching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Hilt for dependency injection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StateFlow for reactive UI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Coroutines for async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Firebase Cloud Messaging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Google ML Kit for face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Location services for GPS tracking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CameraX for camera capture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DataStore for preferences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Encryption for stored credentials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REST API Endpoints (50+)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Authentication: POST /api/login, /api/register, /api/logout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Student APIs: GET schedule, GET attendance, POST register-face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Teacher APIs: POST start-class, POST mark-attendance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Admin APIs: Manage users, departments, schedules,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Notifications: FCM device token registration and delivery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All endpoints return JSON with standardized response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Pagination, filtering, and sorting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PHP 7.4+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MySQL 8.0 / PostgreSQL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Composer (dependency manager)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PDO (database driver)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 Admin SDK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Mobile: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Kotlin 1.8+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Jetpack Compose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Retrofit 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Room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ML Kit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Deployment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Docker: Containerized deployment with docker-compose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Azure: App Service + MySQL Flexible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Heroku: Alternative cloud deployment 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Supports MySQL (primary) and PostgreSQL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Horizontal Scaling: Stateless API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Load Balancing: Azure Load Balancer / Nginx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CDN: For static assets and image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 Protection: AES-256 encryption for sensitive fields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Authentication: Bcrypt hashing + session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API Security: Rate limiting, CORS, CSRF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Network: HTTPS/TLS enforcement on all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Logging: Comprehensive audit trail of all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Prepared statements prevent SQL injection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Input Validation: Strict validation on all user inputs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Full-stack working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50+ REST API endpoints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Real-time GPS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ML-based face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Multi-role system (3+ roles)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13-table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Firebase FCM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Offline-first mobile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Complete documentation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Security hardening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Docker containerization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✅ Azure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Performance &amp; Quality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API Response Time: &lt;500ms average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Database: Optimized with 20+ indexes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App: &lt;5MB APK size, smooth 60fps 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95%+ accuracy with ML Kit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Verification: 1000m radius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Uptime: 99.5% SLA on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Test Coverage: 80%+ code coverage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Testing &amp;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Unit Tests: 150+ test cases for backend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Integration Tests: API endpoint testing with Postman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Testing: Android 6.0+ devices tested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Load Testing: Tested with 1000+ concurrent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Security Testing: OWASP Top 10 compliance verified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GPS Accuracy: 95% correct within 1000m radius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Face Detection: 99% recognition on registered faces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Face detection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GPS spoofing prevention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Real-time notification delivery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Scalability for large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Solution: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ML Kit with confidence threshold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IP + device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Firebase Cloud Messaging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  • Database indexing + caching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Biometric Authentication: Fingerprint, Face ID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AI Analytics: Predictive dropout detection using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Parent Portal: Real-time parent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Offline Mode: Complete offline sync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Multi-Location: Support for campus-wide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2.0: iOS app using Swift/SwiftUI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Enterprise Features: Batch imports, API v2, GraphQL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Learning Outcomes &amp; Skills Gained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Backend Development: PHP, REST APIs, database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Mobile Development: Kotlin, Jetpack Compose, Firebase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Cloud Services: Azure deployment, Firebase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Security: Encryption, authentication, secure 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Database Design: Normalization, indexing,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DevOps: Docker, containerization, CI/CD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Project Management: Agile methodology, documentation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SAMS: Building Intelligent Attendance Systems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A complete, production-ready solution combining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modern backend architecture, mobile development,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and intelligent verification technologies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99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